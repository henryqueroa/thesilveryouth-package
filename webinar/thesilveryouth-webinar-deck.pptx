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5A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01168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5600" b="1" i="0">
                <a:solidFill>
                  <a:srgbClr val="F4F0E8"/>
                </a:solidFill>
                <a:latin typeface="Arial"/>
              </a:rPr>
              <a:t>the 90-day</a:t>
            </a:r>
          </a:p>
          <a:p>
            <a:pPr algn="ctr">
              <a:spcAft>
                <a:spcPts val="1600"/>
              </a:spcAft>
            </a:pPr>
            <a:r>
              <a:rPr sz="5600" b="1" i="0">
                <a:solidFill>
                  <a:srgbClr val="1A1A1A"/>
                </a:solidFill>
                <a:latin typeface="Arial"/>
              </a:rPr>
              <a:t>creator bet</a:t>
            </a:r>
          </a:p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F4F0E8"/>
                </a:solidFill>
                <a:latin typeface="Arial"/>
              </a:rPr>
              <a:t>free live masterclass with Austin Tesch · @thesilveryouth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78808" y="5303520"/>
            <a:ext cx="3840480" cy="502920"/>
          </a:xfrm>
          <a:prstGeom prst="roundRect">
            <a:avLst>
              <a:gd name="adj" fmla="val 50000"/>
            </a:avLst>
          </a:prstGeom>
          <a:solidFill>
            <a:srgbClr val="F4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8B5A3C"/>
                </a:solidFill>
                <a:latin typeface="Arial"/>
              </a:rPr>
              <a:t>type where you're watching from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274320"/>
            <a:ext cx="301752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8B5A3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8B5A3C"/>
                </a:solidFill>
                <a:latin typeface="Arial"/>
              </a:rPr>
              <a:t>[CONFIRM date + time]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B5A3C"/>
                </a:solidFill>
                <a:latin typeface="Arial"/>
              </a:rPr>
              <a:t>WHO'S TALKING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A1A1A"/>
                </a:solidFill>
                <a:latin typeface="Arial"/>
              </a:rPr>
              <a:t>i dropped out with one year left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A8A8A"/>
                </a:solidFill>
                <a:latin typeface="Arial"/>
              </a:rPr>
              <a:t>no plan. no backup. just a gut feeling the path wasn't mine.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43200"/>
            <a:ext cx="1082009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•  90 days to make content creation and UGC work, or back to the life i didn't want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•  first five-figure month, inside one month. it's mind boggling to me still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•  now: Austin TX, brands i actually like, and teaching this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•  i'm not telling you this to flex. i was exactly where you 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66928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8B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4F0E8"/>
                </a:solidFill>
                <a:latin typeface="Arial"/>
              </a:rPr>
              <a:t>type YES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B5A3C"/>
                </a:solidFill>
                <a:latin typeface="Arial"/>
              </a:rPr>
              <a:t>PEOPLE TELL ME I'M LYING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A1A1A"/>
                </a:solidFill>
                <a:latin typeface="Arial"/>
              </a:rPr>
              <a:t>so let's look at screens, not 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286000"/>
            <a:ext cx="5394960" cy="3291840"/>
          </a:xfrm>
          <a:prstGeom prst="rect">
            <a:avLst/>
          </a:prstGeom>
          <a:solidFill>
            <a:srgbClr val="EBE4D4"/>
          </a:solidFill>
          <a:ln w="19050">
            <a:solidFill>
              <a:srgbClr val="8B5A3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8B5A3C"/>
                </a:solidFill>
                <a:latin typeface="Arial"/>
              </a:rPr>
              <a:t>SCREEN: Wins highlight · $3,063.17 one-day payout + caption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5080" y="2286000"/>
            <a:ext cx="5120640" cy="3291840"/>
          </a:xfrm>
          <a:prstGeom prst="rect">
            <a:avLst/>
          </a:prstGeom>
          <a:solidFill>
            <a:srgbClr val="EBE4D4"/>
          </a:solidFill>
          <a:ln w="19050">
            <a:solidFill>
              <a:srgbClr val="8B5A3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8B5A3C"/>
                </a:solidFill>
                <a:latin typeface="Arial"/>
              </a:rPr>
              <a:t>SCREEN: Wins highlight · $6,441.48 earnings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150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1">
                <a:solidFill>
                  <a:srgbClr val="3A3530"/>
                </a:solidFill>
                <a:latin typeface="Arial"/>
              </a:rPr>
              <a:t>screen-recordings of my own page. it's public. pause and go check.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5A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828800"/>
            <a:ext cx="10149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400" b="1" i="0">
                <a:solidFill>
                  <a:srgbClr val="F4F0E8"/>
                </a:solidFill>
                <a:latin typeface="Arial"/>
              </a:rPr>
              <a:t>before i give you anything, a deal</a:t>
            </a:r>
          </a:p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F4F0E8"/>
                </a:solidFill>
                <a:latin typeface="Arial"/>
              </a:rPr>
              <a:t>if i show you a plan you can actually follow,</a:t>
            </a:r>
          </a:p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Arial"/>
              </a:rPr>
              <a:t>do you commit to sending your first piece of content this week?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27448" y="489204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C9A27A"/>
                </a:solidFill>
                <a:latin typeface="Arial"/>
              </a:rPr>
              <a:t>type YES in the chat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B5A3C"/>
                </a:solidFill>
                <a:latin typeface="Arial"/>
              </a:rPr>
              <a:t>I KNOW WHAT YOU'RE THINKING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A1A1A"/>
                </a:solidFill>
                <a:latin typeface="Arial"/>
              </a:rPr>
              <a:t>let's go one by one, honestly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10820095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this looks fake:  we just did the receipts. later you'll see my students' screens too.</a:t>
            </a:r>
          </a:p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i have no audience:  the money is in videos brands use, not followers. mechanism in a minute.</a:t>
            </a:r>
          </a:p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i have no money:  your phone is the studio. the bet costs time, not money.</a:t>
            </a:r>
          </a:p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i'm not a camera person:  neither was i. reps fix it, and nobody sees your first ten.</a:t>
            </a:r>
          </a:p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i always quit:  everybody does, at week 3, alone. secret #3 is exactly that.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B5A3C"/>
                </a:solidFill>
                <a:latin typeface="Arial"/>
              </a:rPr>
              <a:t>WHERE THIS GOES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A1A1A"/>
                </a:solidFill>
                <a:latin typeface="Arial"/>
              </a:rPr>
              <a:t>from watching to getting paid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A8A8A"/>
                </a:solidFill>
                <a:latin typeface="Arial"/>
              </a:rPr>
              <a:t>picture a monday, 90 days from now.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468880"/>
            <a:ext cx="5212080" cy="3291840"/>
          </a:xfrm>
          <a:prstGeom prst="rect">
            <a:avLst/>
          </a:prstGeom>
          <a:solidFill>
            <a:srgbClr val="EBE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09360" y="2468880"/>
            <a:ext cx="5212080" cy="32918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65176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8A8A8A"/>
                </a:solidFill>
                <a:latin typeface="Arial"/>
              </a:rPr>
              <a:t>TODAY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you watch other people's payouts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you post sometimes, nothing happens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no brand knows you exist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you're doing this 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65176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C9A27A"/>
                </a:solidFill>
                <a:latin typeface="Arial"/>
              </a:rPr>
              <a:t>IN 90 DAYS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•  you post on a system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•  your portfolio pitches for you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•  first deals + first commissions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•  people ahead of you in the room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B5A3C"/>
                </a:solidFill>
                <a:latin typeface="Arial"/>
              </a:rPr>
              <a:t>TODAY'S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A1A1A"/>
                </a:solidFill>
                <a:latin typeface="Arial"/>
              </a:rPr>
              <a:t>the 3 things i'm showing you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108200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1.  why you don't need an audience to start (and what actually gets paid)</a:t>
            </a:r>
          </a:p>
          <a:p>
            <a:pPr algn="l">
              <a:spcAft>
                <a:spcPts val="18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2.  why the brands you're ignoring are the ones that pay first</a:t>
            </a:r>
          </a:p>
          <a:p>
            <a:pPr algn="l">
              <a:spcAft>
                <a:spcPts val="18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3.  what the people who don't quit at week 3 have that you don't, yet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39496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8B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4F0E8"/>
                </a:solidFill>
                <a:latin typeface="Arial"/>
              </a:rPr>
              <a:t>type 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B5A3C"/>
                </a:solidFill>
                <a:latin typeface="Arial"/>
              </a:rPr>
              <a:t>SECRET #1 · THE CONTENT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A1A1A"/>
                </a:solidFill>
                <a:latin typeface="Arial"/>
              </a:rPr>
              <a:t>you don't need an audience. you need reps.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A8A8A"/>
                </a:solidFill>
                <a:latin typeface="Arial"/>
              </a:rPr>
              <a:t>the real order: do the reps, the audience is a side effect.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834640"/>
            <a:ext cx="10789920" cy="2743200"/>
          </a:xfrm>
          <a:prstGeom prst="rect">
            <a:avLst/>
          </a:prstGeom>
          <a:solidFill>
            <a:srgbClr val="EBE4D4"/>
          </a:solidFill>
          <a:ln w="19050">
            <a:solidFill>
              <a:srgbClr val="8B5A3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8B5A3C"/>
                </a:solidFill>
                <a:latin typeface="Arial"/>
              </a:rPr>
              <a:t>SCREEN: reels tab · the may sprint (15 reels in 12 days, one at 889K views)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B5A3C"/>
                </a:solidFill>
                <a:latin typeface="Arial"/>
              </a:rPr>
              <a:t>SECRET #1 · THE CONTENT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A1A1A"/>
                </a:solidFill>
                <a:latin typeface="Arial"/>
              </a:rPr>
              <a:t>brands don't buy your followers. they buy your videos.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51760"/>
            <a:ext cx="1082009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100" b="0" i="0">
                <a:solidFill>
                  <a:srgbClr val="1A1A1A"/>
                </a:solidFill>
                <a:latin typeface="Arial"/>
              </a:rPr>
              <a:t>•  UGC:  a brand pays for the video itself and runs it on THEIR channels. follower count irrelevant.</a:t>
            </a:r>
          </a:p>
          <a:p>
            <a:pPr algn="l">
              <a:spcAft>
                <a:spcPts val="1600"/>
              </a:spcAft>
            </a:pPr>
            <a:r>
              <a:rPr sz="2100" b="0" i="0">
                <a:solidFill>
                  <a:srgbClr val="1A1A1A"/>
                </a:solidFill>
                <a:latin typeface="Arial"/>
              </a:rPr>
              <a:t>•  TikTok Shop:  your video sells a product, you take a commission on every sale.</a:t>
            </a:r>
          </a:p>
          <a:p>
            <a:pPr algn="l">
              <a:spcAft>
                <a:spcPts val="1600"/>
              </a:spcAft>
            </a:pPr>
            <a:r>
              <a:rPr sz="2100" b="0" i="0">
                <a:solidFill>
                  <a:srgbClr val="1A1A1A"/>
                </a:solidFill>
                <a:latin typeface="Arial"/>
              </a:rPr>
              <a:t>•  both pay before you're "big". the asset is the video, not the audience.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3949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8B5A3C"/>
                </a:solidFill>
                <a:latin typeface="Arial"/>
              </a:rPr>
              <a:t>my march dashboard from the receipts? commissions. the video does the selling.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B5A3C"/>
                </a:solidFill>
                <a:latin typeface="Arial"/>
              </a:rPr>
              <a:t>SECRET #1 · THE CONTENT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A1A1A"/>
                </a:solidFill>
                <a:latin typeface="Arial"/>
              </a:rPr>
              <a:t>the daily rep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331720"/>
            <a:ext cx="2514600" cy="1554480"/>
          </a:xfrm>
          <a:prstGeom prst="rect">
            <a:avLst/>
          </a:prstGeom>
          <a:solidFill>
            <a:srgbClr val="EBE4D4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25146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8B5A3C"/>
                </a:solidFill>
                <a:latin typeface="Arial"/>
              </a:rPr>
              <a:t>PICK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1 format that already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2331720"/>
            <a:ext cx="2514600" cy="1554480"/>
          </a:xfrm>
          <a:prstGeom prst="rect">
            <a:avLst/>
          </a:prstGeom>
          <a:solidFill>
            <a:srgbClr val="EBE4D4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75888" y="25146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8B5A3C"/>
                </a:solidFill>
                <a:latin typeface="Arial"/>
              </a:rPr>
              <a:t>POINT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1 product or brand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331720"/>
            <a:ext cx="2514600" cy="1554480"/>
          </a:xfrm>
          <a:prstGeom prst="rect">
            <a:avLst/>
          </a:prstGeom>
          <a:solidFill>
            <a:srgbClr val="EBE4D4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8" y="25146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8B5A3C"/>
                </a:solidFill>
                <a:latin typeface="Arial"/>
              </a:rPr>
              <a:t>FILM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30 minutes, your phone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59" y="2331720"/>
            <a:ext cx="2514600" cy="1554480"/>
          </a:xfrm>
          <a:prstGeom prst="rect">
            <a:avLst/>
          </a:prstGeom>
          <a:solidFill>
            <a:srgbClr val="EBE4D4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53727" y="25146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8B5A3C"/>
                </a:solidFill>
                <a:latin typeface="Arial"/>
              </a:rPr>
              <a:t>POST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then again tomorrow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976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1A1A1A"/>
                </a:solidFill>
                <a:latin typeface="Arial"/>
              </a:rPr>
              <a:t>"i just did the work." that's the whole sentence.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303520"/>
            <a:ext cx="2651760" cy="502920"/>
          </a:xfrm>
          <a:prstGeom prst="roundRect">
            <a:avLst>
              <a:gd name="adj" fmla="val 50000"/>
            </a:avLst>
          </a:prstGeom>
          <a:solidFill>
            <a:srgbClr val="8B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4F0E8"/>
                </a:solidFill>
                <a:latin typeface="Arial"/>
              </a:rPr>
              <a:t>type MONEY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B5A3C"/>
                </a:solidFill>
                <a:latin typeface="Arial"/>
              </a:rPr>
              <a:t>SECRET #2 · THE BRAND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A1A1A"/>
                </a:solidFill>
                <a:latin typeface="Arial"/>
              </a:rPr>
              <a:t>stop pitching brands you follow.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A8A8A"/>
                </a:solidFill>
                <a:latin typeface="Arial"/>
              </a:rPr>
              <a:t>start pitching brands that need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43200"/>
            <a:ext cx="1082009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100" b="0" i="0">
                <a:solidFill>
                  <a:srgbClr val="1A1A1A"/>
                </a:solidFill>
                <a:latin typeface="Arial"/>
              </a:rPr>
              <a:t>•  big brands:  thousands of pitches in the inbox</a:t>
            </a:r>
          </a:p>
          <a:p>
            <a:pPr algn="l">
              <a:spcAft>
                <a:spcPts val="1600"/>
              </a:spcAft>
            </a:pPr>
            <a:r>
              <a:rPr sz="2100" b="0" i="0">
                <a:solidFill>
                  <a:srgbClr val="1A1A1A"/>
                </a:solidFill>
                <a:latin typeface="Arial"/>
              </a:rPr>
              <a:t>•  smaller brands:  less competition, faster yes, better pay than you think</a:t>
            </a:r>
          </a:p>
          <a:p>
            <a:pPr algn="l">
              <a:spcAft>
                <a:spcPts val="1600"/>
              </a:spcAft>
            </a:pPr>
            <a:r>
              <a:rPr sz="2100" b="0" i="0">
                <a:solidFill>
                  <a:srgbClr val="1A1A1A"/>
                </a:solidFill>
                <a:latin typeface="Arial"/>
              </a:rPr>
              <a:t>•  long-term relationships start small and grow with you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B5A3C"/>
                </a:solidFill>
                <a:latin typeface="Arial"/>
              </a:rPr>
              <a:t>SECRET #2 · PROOF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274320"/>
            <a:ext cx="301752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8B5A3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8B5A3C"/>
                </a:solidFill>
                <a:latin typeface="Arial"/>
              </a:rPr>
              <a:t>[CONFIRM student names on screen]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A1A1A"/>
                </a:solidFill>
                <a:latin typeface="Arial"/>
              </a:rPr>
              <a:t>my student dev's first deal: $300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194560"/>
            <a:ext cx="6949440" cy="3383280"/>
          </a:xfrm>
          <a:prstGeom prst="rect">
            <a:avLst/>
          </a:prstGeom>
          <a:solidFill>
            <a:srgbClr val="EBE4D4"/>
          </a:solidFill>
          <a:ln w="19050">
            <a:solidFill>
              <a:srgbClr val="8B5A3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8B5A3C"/>
                </a:solidFill>
                <a:latin typeface="Arial"/>
              </a:rPr>
              <a:t>SCREEN: Wins highlight · Discord thread: brand offer ($300 / 3 videos / half up front) + signed agreement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2377440"/>
            <a:ext cx="3657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8A8A8A"/>
                </a:solidFill>
                <a:latin typeface="Arial"/>
              </a:rPr>
              <a:t>his words, mid-negotiation:</a:t>
            </a:r>
          </a:p>
          <a:p>
            <a:pPr algn="l">
              <a:spcAft>
                <a:spcPts val="1200"/>
              </a:spcAft>
            </a:pPr>
            <a:r>
              <a:rPr sz="2000" b="0" i="1">
                <a:solidFill>
                  <a:srgbClr val="1A1A1A"/>
                </a:solidFill>
                <a:latin typeface="Arial"/>
              </a:rPr>
              <a:t>"i'm actually shitting bricks this is crazy"</a:t>
            </a:r>
          </a:p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8B5A3C"/>
                </a:solidFill>
                <a:latin typeface="Arial"/>
              </a:rPr>
              <a:t>that's a first deal. from a smaller brand.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B5A3C"/>
                </a:solidFill>
                <a:latin typeface="Arial"/>
              </a:rPr>
              <a:t>SECRET #2 · THE BRAND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A1A1A"/>
                </a:solidFill>
                <a:latin typeface="Arial"/>
              </a:rPr>
              <a:t>the pitch, in four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10820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1.  build a portfolio (one free video counts)</a:t>
            </a:r>
          </a:p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2.  make a banger example video (copy what works, make it yours)</a:t>
            </a:r>
          </a:p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3.  reach out to everyone like your life depends on it</a:t>
            </a:r>
          </a:p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4.  don't skip the smaller brands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2120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3A3530"/>
                </a:solidFill>
                <a:latin typeface="Arial"/>
              </a:rPr>
              <a:t>that's the free version. the full version has the templates, scripts and pricing.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B5A3C"/>
                </a:solidFill>
                <a:latin typeface="Arial"/>
              </a:rPr>
              <a:t>SECRET #3 · THE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A1A1A"/>
                </a:solidFill>
                <a:latin typeface="Arial"/>
              </a:rPr>
              <a:t>everybody quits at week 3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A8A8A"/>
                </a:solidFill>
                <a:latin typeface="Arial"/>
              </a:rPr>
              <a:t>motivation is free on day 1. week 3 silence is expensive.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01752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600" b="1" i="0">
                <a:solidFill>
                  <a:srgbClr val="1A1A1A"/>
                </a:solidFill>
                <a:latin typeface="Arial"/>
              </a:rPr>
              <a:t>alone, the bet dies quietly. you just... stop.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8A8A8A"/>
                </a:solidFill>
                <a:latin typeface="Arial"/>
              </a:rPr>
              <a:t>the difference isn't discipline. it's whether anyone would notice if you stopped.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B5A3C"/>
                </a:solidFill>
                <a:latin typeface="Arial"/>
              </a:rPr>
              <a:t>SECRET #3 · PROOF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274320"/>
            <a:ext cx="301752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8B5A3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8B5A3C"/>
                </a:solidFill>
                <a:latin typeface="Arial"/>
              </a:rPr>
              <a:t>[CONFIRM student names on screen]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A1A1A"/>
                </a:solidFill>
                <a:latin typeface="Arial"/>
              </a:rPr>
              <a:t>the ones who don't quit have a room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286000"/>
            <a:ext cx="5394960" cy="3108960"/>
          </a:xfrm>
          <a:prstGeom prst="rect">
            <a:avLst/>
          </a:prstGeom>
          <a:solidFill>
            <a:srgbClr val="EBE4D4"/>
          </a:solidFill>
          <a:ln w="19050">
            <a:solidFill>
              <a:srgbClr val="8B5A3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8B5A3C"/>
                </a:solidFill>
                <a:latin typeface="Arial"/>
              </a:rPr>
              <a:t>SCREEN: Wins highlight · Grace: $296.5 commission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2286000"/>
            <a:ext cx="5120640" cy="3108960"/>
          </a:xfrm>
          <a:prstGeom prst="rect">
            <a:avLst/>
          </a:prstGeom>
          <a:solidFill>
            <a:srgbClr val="EBE4D4"/>
          </a:solidFill>
          <a:ln w="19050">
            <a:solidFill>
              <a:srgbClr val="8B5A3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8B5A3C"/>
                </a:solidFill>
                <a:latin typeface="Arial"/>
              </a:rPr>
              <a:t>SCREEN: Wins highlight · Roo: $466.17 in &lt;3 weeks + thank-you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6235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8B5A3C"/>
                </a:solidFill>
                <a:latin typeface="Arial"/>
              </a:rPr>
              <a:t>somebody saw their reps. somebody celebrated the win the day it happened.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B5A3C"/>
                </a:solidFill>
                <a:latin typeface="Arial"/>
              </a:rPr>
              <a:t>SECRET #3 · THE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A1A1A"/>
                </a:solidFill>
                <a:latin typeface="Arial"/>
              </a:rPr>
              <a:t>reps + reviews + wins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377440"/>
            <a:ext cx="3291840" cy="2103120"/>
          </a:xfrm>
          <a:prstGeom prst="rect">
            <a:avLst/>
          </a:prstGeom>
          <a:solidFill>
            <a:srgbClr val="EBE4D4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651760"/>
            <a:ext cx="2788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8B5A3C"/>
                </a:solidFill>
                <a:latin typeface="Arial"/>
              </a:rPr>
              <a:t>REPS</a:t>
            </a:r>
          </a:p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post your daily rep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2377440"/>
            <a:ext cx="3291840" cy="2103120"/>
          </a:xfrm>
          <a:prstGeom prst="rect">
            <a:avLst/>
          </a:prstGeom>
          <a:solidFill>
            <a:srgbClr val="EBE4D4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2651760"/>
            <a:ext cx="2788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8B5A3C"/>
                </a:solidFill>
                <a:latin typeface="Arial"/>
              </a:rPr>
              <a:t>REVIEWS</a:t>
            </a:r>
          </a:p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people ahead of you, on your actual videos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0" y="2377440"/>
            <a:ext cx="3291840" cy="2103120"/>
          </a:xfrm>
          <a:prstGeom prst="rect">
            <a:avLst/>
          </a:prstGeom>
          <a:solidFill>
            <a:srgbClr val="EBE4D4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2651760"/>
            <a:ext cx="2788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8B5A3C"/>
                </a:solidFill>
                <a:latin typeface="Arial"/>
              </a:rPr>
              <a:t>WINS</a:t>
            </a:r>
          </a:p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progress gets loud. quitting stops being silent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93776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i once ran a marathon with no training. the rule: you don't need to feel ready, you need to start and not stop.</a:t>
            </a:r>
          </a:p>
          <a:p>
            <a:pPr algn="l">
              <a:spcAft>
                <a:spcPts val="0"/>
              </a:spcAft>
            </a:pPr>
            <a:r>
              <a:rPr sz="1700" b="0" i="1">
                <a:solidFill>
                  <a:srgbClr val="8A8A8A"/>
                </a:solidFill>
                <a:latin typeface="Arial"/>
              </a:rPr>
              <a:t>nothing changes if nothing changes.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B5A3C"/>
                </a:solidFill>
                <a:latin typeface="Arial"/>
              </a:rPr>
              <a:t>BEFORE THE OFFER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A1A1A"/>
                </a:solidFill>
                <a:latin typeface="Arial"/>
              </a:rPr>
              <a:t>what you have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108200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•  the engine:  reps beat reach. volume finds the winner.</a:t>
            </a:r>
          </a:p>
          <a:p>
            <a:pPr algn="l">
              <a:spcAft>
                <a:spcPts val="18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•  the bridge:  smaller brands + TikTok Shop commissions pay before you're big.</a:t>
            </a:r>
          </a:p>
          <a:p>
            <a:pPr algn="l">
              <a:spcAft>
                <a:spcPts val="18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•  the room:  the ones who make it aren't stronger. they're seen.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B5A3C"/>
                </a:solidFill>
                <a:latin typeface="Arial"/>
              </a:rPr>
              <a:t>SCROLL YOUR OWN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A1A1A"/>
                </a:solidFill>
                <a:latin typeface="Arial"/>
              </a:rPr>
              <a:t>if you said yes today...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10820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YES  ·  to sending content this week</a:t>
            </a:r>
          </a:p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FAIR  ·  to believing screens over words</a:t>
            </a:r>
          </a:p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90  ·  to where you want to be</a:t>
            </a:r>
          </a:p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GO, MONEY, CLOSED  ·  to the three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120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8B5A3C"/>
                </a:solidFill>
                <a:latin typeface="Arial"/>
              </a:rPr>
              <a:t>those weren't for me. those were you, telling yourself what you want.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5A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55448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F4F0E8"/>
                </a:solidFill>
                <a:latin typeface="Arial"/>
              </a:rPr>
              <a:t>two ways to run the bet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2926080"/>
            <a:ext cx="4846320" cy="2651760"/>
          </a:xfrm>
          <a:prstGeom prst="rect">
            <a:avLst/>
          </a:prstGeom>
          <a:solidFill>
            <a:srgbClr val="F4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36792" y="2926080"/>
            <a:ext cx="4846320" cy="2651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310896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8A8A8A"/>
                </a:solidFill>
                <a:latin typeface="Arial"/>
              </a:rPr>
              <a:t>ALONE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•  the free guide (real, go run it)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•  figure out the order yourself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•  nobody sees your reps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•  week 3 is yours to survive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1112" y="310896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C9A27A"/>
                </a:solidFill>
                <a:latin typeface="Arial"/>
              </a:rPr>
              <a:t>WITH THE ROOM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•  the system, in order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•  reviews on your actual videos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•  wins channel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•  people ahead of you at week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86800" y="274320"/>
            <a:ext cx="301752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8B5A3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8B5A3C"/>
                </a:solidFill>
                <a:latin typeface="Arial"/>
              </a:rPr>
              <a:t>[CONFIRM product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149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6000" b="1" i="0">
                <a:solidFill>
                  <a:srgbClr val="C9A27A"/>
                </a:solidFill>
                <a:latin typeface="Arial"/>
              </a:rPr>
              <a:t>the silver youth</a:t>
            </a:r>
          </a:p>
          <a:p>
            <a:pPr algn="ctr">
              <a:spcAft>
                <a:spcPts val="8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the 90-day system + the room, inside my discord</a:t>
            </a:r>
          </a:p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8A8A8A"/>
                </a:solidFill>
                <a:latin typeface="Arial"/>
              </a:rPr>
              <a:t>not a new thing i invented tonight. you've been seeing screenshots of it all night.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B5A3C"/>
                </a:solidFill>
                <a:latin typeface="Arial"/>
              </a:rPr>
              <a:t>WHAT'S INSIDE · THE COURSE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274320"/>
            <a:ext cx="301752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8B5A3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8B5A3C"/>
                </a:solidFill>
                <a:latin typeface="Arial"/>
              </a:rPr>
              <a:t>[CONFIRM curriculum]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A1A1A"/>
                </a:solidFill>
                <a:latin typeface="Arial"/>
              </a:rPr>
              <a:t>the course: your 90 days, in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86000"/>
            <a:ext cx="1082009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week 0:  the portfolio (one video, free, counts)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the example video:  exact formats to copy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outreach:  my templates, the four steps with training wheels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TikTok Shop setup:  so commissions can even happen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pricing + agreements:  dev's signed deal is the template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the consistency structure:  day 1 to day 90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C9A27A"/>
                </a:solidFill>
                <a:latin typeface="Arial"/>
              </a:rPr>
              <a:t>bet 90 days on yourself.   ·   [CHECKOUT URL]   ·   founding cohort $[PRICE]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B5A3C"/>
                </a:solidFill>
                <a:latin typeface="Arial"/>
              </a:rPr>
              <a:t>WHAT'S INSIDE · THE COMMUNITY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A1A1A"/>
                </a:solidFill>
                <a:latin typeface="Arial"/>
              </a:rPr>
              <a:t>the community: the room you saw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10820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•  daily reps channel:  post it, it's seen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•  video reviews, live:  the way you watched me do it with dev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•  wins channel:  grace's screenshot came from there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•  me, in there, every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2120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8B5A3C"/>
                </a:solidFill>
                <a:latin typeface="Arial"/>
              </a:rPr>
              <a:t>this is the part i can't put in a course, because it's people.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C9A27A"/>
                </a:solidFill>
                <a:latin typeface="Arial"/>
              </a:rPr>
              <a:t>bet 90 days on yourself.   ·   [CHECKOUT URL]   ·   founding cohort $[PRICE]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B5A3C"/>
                </a:solidFill>
                <a:latin typeface="Arial"/>
              </a:rPr>
              <a:t>LET'S TALK PRICE LIKE ADULTS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A1A1A"/>
                </a:solidFill>
                <a:latin typeface="Arial"/>
              </a:rPr>
              <a:t>what this costs everywhere else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5400" b="1" i="0">
                <a:solidFill>
                  <a:srgbClr val="8A8A8A"/>
                </a:solidFill>
                <a:latin typeface="Arial"/>
              </a:rPr>
              <a:t>$100s/mo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A8A8A"/>
                </a:solidFill>
                <a:latin typeface="Arial"/>
              </a:rPr>
              <a:t>1:1 CREATOR COACHING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25603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5400" b="1" i="0">
                <a:solidFill>
                  <a:srgbClr val="8A8A8A"/>
                </a:solidFill>
                <a:latin typeface="Arial"/>
              </a:rPr>
              <a:t>$1,000s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A8A8A"/>
                </a:solidFill>
                <a:latin typeface="Arial"/>
              </a:rPr>
              <a:t>AGENCIES DOING IT FOR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25603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5400" b="1" i="0">
                <a:solidFill>
                  <a:srgbClr val="8B5A3C"/>
                </a:solidFill>
                <a:latin typeface="Arial"/>
              </a:rPr>
              <a:t>$0 + 90 days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A8A8A"/>
                </a:solidFill>
                <a:latin typeface="Arial"/>
              </a:rPr>
              <a:t>DOING IT ALONE, GUESSING, QUITTING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548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the most expensive option is the free one: the version of you that stops.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4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28600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4400" b="1" i="0">
                <a:solidFill>
                  <a:srgbClr val="1A1A1A"/>
                </a:solidFill>
                <a:latin typeface="Arial"/>
              </a:rPr>
              <a:t>this isn't that</a:t>
            </a:r>
          </a:p>
          <a:p>
            <a:pPr algn="ctr">
              <a:spcAft>
                <a:spcPts val="400"/>
              </a:spcAft>
            </a:pPr>
            <a:r>
              <a:rPr sz="2200" b="0" i="0">
                <a:solidFill>
                  <a:srgbClr val="3A3530"/>
                </a:solidFill>
                <a:latin typeface="Arial"/>
              </a:rPr>
              <a:t>i built it to be the thing i wish existed the day i made my bet:</a:t>
            </a:r>
          </a:p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8B5A3C"/>
                </a:solidFill>
                <a:latin typeface="Arial"/>
              </a:rPr>
              <a:t>cheap enough to start tonight. real enough to matter.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B5A3C"/>
                </a:solidFill>
                <a:latin typeface="Arial"/>
              </a:rPr>
              <a:t>THE NUMBER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274320"/>
            <a:ext cx="301752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8B5A3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8B5A3C"/>
                </a:solidFill>
                <a:latin typeface="Arial"/>
              </a:rPr>
              <a:t>[CONFIRM price]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7200" b="1" i="0">
                <a:solidFill>
                  <a:srgbClr val="8B5A3C"/>
                </a:solidFill>
                <a:latin typeface="Arial"/>
              </a:rPr>
              <a:t>$[PRICE]</a:t>
            </a:r>
          </a:p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1A1A1A"/>
                </a:solidFill>
                <a:latin typeface="Arial"/>
              </a:rPr>
              <a:t>one small deal covers it. dev's first was $300.</a:t>
            </a:r>
          </a:p>
          <a:p>
            <a:pPr algn="ctr">
              <a:spcAft>
                <a:spcPts val="0"/>
              </a:spcAft>
            </a:pPr>
            <a:r>
              <a:rPr sz="1400" b="0" i="1">
                <a:solidFill>
                  <a:srgbClr val="8A8A8A"/>
                </a:solidFill>
                <a:latin typeface="Arial"/>
              </a:rPr>
              <a:t>[keep this line only if price ≤ $300]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18888" y="470916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C9A27A"/>
                </a:solidFill>
                <a:latin typeface="Arial"/>
              </a:rPr>
              <a:t>type 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C9A27A"/>
                </a:solidFill>
                <a:latin typeface="Arial"/>
              </a:rPr>
              <a:t>bet 90 days on yourself.   ·   [CHECKOUT URL]   ·   founding cohort $[PRICE]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B5A3C"/>
                </a:solidFill>
                <a:latin typeface="Arial"/>
              </a:rPr>
              <a:t>FOUNDING BONUSES · PART ONE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274320"/>
            <a:ext cx="301752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8B5A3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8B5A3C"/>
                </a:solidFill>
                <a:latin typeface="Arial"/>
              </a:rPr>
              <a:t>[CONFIRM bonuses]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A1A1A"/>
                </a:solidFill>
                <a:latin typeface="Arial"/>
              </a:rPr>
              <a:t>bonus 1 + 2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68880"/>
            <a:ext cx="108200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100" b="0" i="0">
                <a:solidFill>
                  <a:srgbClr val="1A1A1A"/>
                </a:solidFill>
                <a:latin typeface="Arial"/>
              </a:rPr>
              <a:t>•  bonus 1:  the guide, pro version. the actual templates + the brand tracker, not the summary.</a:t>
            </a:r>
          </a:p>
          <a:p>
            <a:pPr algn="l">
              <a:spcAft>
                <a:spcPts val="1600"/>
              </a:spcAft>
            </a:pPr>
            <a:r>
              <a:rPr sz="2100" b="0" i="0">
                <a:solidFill>
                  <a:srgbClr val="1A1A1A"/>
                </a:solidFill>
                <a:latin typeface="Arial"/>
              </a:rPr>
              <a:t>•  bonus 2:  a portfolio review in the discord, on your first video. you saw what a review did for dev.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C9A27A"/>
                </a:solidFill>
                <a:latin typeface="Arial"/>
              </a:rPr>
              <a:t>bet 90 days on yourself.   ·   [CHECKOUT URL]   ·   founding cohort $[PRICE]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B5A3C"/>
                </a:solidFill>
                <a:latin typeface="Arial"/>
              </a:rPr>
              <a:t>FOUNDING BONUSES · PART TWO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274320"/>
            <a:ext cx="301752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8B5A3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8B5A3C"/>
                </a:solidFill>
                <a:latin typeface="Arial"/>
              </a:rPr>
              <a:t>[CONFIRM bonuses]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A1A1A"/>
                </a:solidFill>
                <a:latin typeface="Arial"/>
              </a:rPr>
              <a:t>bonus 3 + 4 + 5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68880"/>
            <a:ext cx="108200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100" b="0" i="0">
                <a:solidFill>
                  <a:srgbClr val="1A1A1A"/>
                </a:solidFill>
                <a:latin typeface="Arial"/>
              </a:rPr>
              <a:t>•  bonus 3:  first pitch template pack. fill in the blanks, send tonight.</a:t>
            </a:r>
          </a:p>
          <a:p>
            <a:pPr algn="l">
              <a:spcAft>
                <a:spcPts val="1600"/>
              </a:spcAft>
            </a:pPr>
            <a:r>
              <a:rPr sz="2100" b="0" i="0">
                <a:solidFill>
                  <a:srgbClr val="1A1A1A"/>
                </a:solidFill>
                <a:latin typeface="Arial"/>
              </a:rPr>
              <a:t>•  bonus 4:  TikTok Shop setup checklist. commissions on from day one.</a:t>
            </a:r>
          </a:p>
          <a:p>
            <a:pPr algn="l">
              <a:spcAft>
                <a:spcPts val="1600"/>
              </a:spcAft>
            </a:pPr>
            <a:r>
              <a:rPr sz="2100" b="0" i="0">
                <a:solidFill>
                  <a:srgbClr val="1A1A1A"/>
                </a:solidFill>
                <a:latin typeface="Arial"/>
              </a:rPr>
              <a:t>•  bonus 5:  weekly live Q&amp;A with me, your whole first month. the window where everybody quits is where i show up.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C9A27A"/>
                </a:solidFill>
                <a:latin typeface="Arial"/>
              </a:rPr>
              <a:t>bet 90 days on yourself.   ·   [CHECKOUT URL]   ·   founding cohort $[PRICE]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B5A3C"/>
                </a:solidFill>
                <a:latin typeface="Arial"/>
              </a:rPr>
              <a:t>EVERYTHING YOU'RE GETTING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A1A1A"/>
                </a:solidFill>
                <a:latin typeface="Arial"/>
              </a:rPr>
              <a:t>the whole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10820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•  the course:  the 90-day system, in order</a:t>
            </a:r>
          </a:p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•  the community:  reps, reviews, wins, me</a:t>
            </a:r>
          </a:p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•  5 founding bonuses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84632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no fake ten-thousand-dollar value math. it's everything i actually used, in one place, for $[PRICE].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C9A27A"/>
                </a:solidFill>
                <a:latin typeface="Arial"/>
              </a:rPr>
              <a:t>bet 90 days on yourself.   ·   [CHECKOUT URL]   ·   founding cohort $[PRICE]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4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B5A3C"/>
                </a:solidFill>
                <a:latin typeface="Arial"/>
              </a:rPr>
              <a:t>THE DEAL, BOTH 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274320"/>
            <a:ext cx="301752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8B5A3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8B5A3C"/>
                </a:solidFill>
                <a:latin typeface="Arial"/>
              </a:rPr>
              <a:t>[CONFIRM guarantee policy]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4200" b="1" i="0">
                <a:solidFill>
                  <a:srgbClr val="1A1A1A"/>
                </a:solidFill>
                <a:latin typeface="Arial"/>
              </a:rPr>
              <a:t>30-day do-the-work guarantee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3A3530"/>
                </a:solidFill>
                <a:latin typeface="Arial"/>
              </a:rPr>
              <a:t>finish week 0 and send five pitches. if you genuinely do that and you're not moving,</a:t>
            </a:r>
          </a:p>
          <a:p>
            <a:pPr algn="ctr">
              <a:spcAft>
                <a:spcPts val="800"/>
              </a:spcAft>
            </a:pPr>
            <a:r>
              <a:rPr sz="2200" b="1" i="0">
                <a:solidFill>
                  <a:srgbClr val="8B5A3C"/>
                </a:solidFill>
                <a:latin typeface="Arial"/>
              </a:rPr>
              <a:t>i don't want your money. you get it back.</a:t>
            </a:r>
          </a:p>
          <a:p>
            <a:pPr algn="ctr">
              <a:spcAft>
                <a:spcPts val="0"/>
              </a:spcAft>
            </a:pPr>
            <a:r>
              <a:rPr sz="1300" b="0" i="1">
                <a:solidFill>
                  <a:srgbClr val="8A8A8A"/>
                </a:solidFill>
                <a:latin typeface="Arial"/>
              </a:rPr>
              <a:t>[fallback if no refunds: monthly billing, cancel anytime]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C9A27A"/>
                </a:solidFill>
                <a:latin typeface="Arial"/>
              </a:rPr>
              <a:t>bet 90 days on yourself.   ·   [CHECKOUT URL]   ·   founding cohort $[PRICE]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9A27A"/>
                </a:solidFill>
                <a:latin typeface="Arial"/>
              </a:rPr>
              <a:t>STUDENTS, THIS MONTH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274320"/>
            <a:ext cx="301752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8B5A3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8B5A3C"/>
                </a:solidFill>
                <a:latin typeface="Arial"/>
              </a:rPr>
              <a:t>[CONFIRM student names]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3566160" cy="3291840"/>
          </a:xfrm>
          <a:prstGeom prst="rect">
            <a:avLst/>
          </a:prstGeom>
          <a:solidFill>
            <a:srgbClr val="EBE4D4"/>
          </a:solidFill>
          <a:ln w="19050">
            <a:solidFill>
              <a:srgbClr val="8B5A3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8B5A3C"/>
                </a:solidFill>
                <a:latin typeface="Arial"/>
              </a:rPr>
              <a:t>SCREEN: Grace · $296.5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434840" y="1554480"/>
            <a:ext cx="3566160" cy="3291840"/>
          </a:xfrm>
          <a:prstGeom prst="rect">
            <a:avLst/>
          </a:prstGeom>
          <a:solidFill>
            <a:srgbClr val="EBE4D4"/>
          </a:solidFill>
          <a:ln w="19050">
            <a:solidFill>
              <a:srgbClr val="8B5A3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8B5A3C"/>
                </a:solidFill>
                <a:latin typeface="Arial"/>
              </a:rPr>
              <a:t>SCREEN: Dev · $300 deal + agreement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183879" y="1554480"/>
            <a:ext cx="3291840" cy="3291840"/>
          </a:xfrm>
          <a:prstGeom prst="rect">
            <a:avLst/>
          </a:prstGeom>
          <a:solidFill>
            <a:srgbClr val="EBE4D4"/>
          </a:solidFill>
          <a:ln w="19050">
            <a:solidFill>
              <a:srgbClr val="8B5A3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8B5A3C"/>
                </a:solidFill>
                <a:latin typeface="Arial"/>
              </a:rPr>
              <a:t>SCREEN: Roo · $466.17 in 3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120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weeks ago these were people watching videos like you're doing right now.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C9A27A"/>
                </a:solidFill>
                <a:latin typeface="Arial"/>
              </a:rPr>
              <a:t>bet 90 days on yourself.   ·   [CHECKOUT URL]   ·   founding cohort $[PRICE]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B5A3C"/>
                </a:solidFill>
                <a:latin typeface="Arial"/>
              </a:rPr>
              <a:t>THE ONLY SCARY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149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5200" b="1" i="0">
                <a:solidFill>
                  <a:srgbClr val="1A1A1A"/>
                </a:solidFill>
                <a:latin typeface="Arial"/>
              </a:rPr>
              <a:t>nothing changes</a:t>
            </a:r>
          </a:p>
          <a:p>
            <a:pPr algn="ctr">
              <a:spcAft>
                <a:spcPts val="1600"/>
              </a:spcAft>
            </a:pPr>
            <a:r>
              <a:rPr sz="5200" b="1" i="0">
                <a:solidFill>
                  <a:srgbClr val="8B5A3C"/>
                </a:solidFill>
                <a:latin typeface="Arial"/>
              </a:rPr>
              <a:t>if nothing changes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8A8A8A"/>
                </a:solidFill>
                <a:latin typeface="Arial"/>
              </a:rPr>
              <a:t>close this tab and change nothing: in 90 days you are exactly here. same feed, same doubts.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8B5A3C"/>
                </a:solidFill>
                <a:latin typeface="Arial"/>
              </a:rPr>
              <a:t>HONESTY ABOUT URGENCY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274320"/>
            <a:ext cx="301752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8B5A3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8B5A3C"/>
                </a:solidFill>
                <a:latin typeface="Arial"/>
              </a:rPr>
              <a:t>[CONFIRM cohort mechanics]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A1A1A"/>
                </a:solidFill>
                <a:latin typeface="Arial"/>
              </a:rPr>
              <a:t>founding cohort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A8A8A"/>
                </a:solidFill>
                <a:latin typeface="Arial"/>
              </a:rPr>
              <a:t>no fake seat counts. here's what's actually true: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1082009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1A1A1A"/>
                </a:solidFill>
                <a:latin typeface="Arial"/>
              </a:rPr>
              <a:t>•  the founding price is tonight's price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1A1A1A"/>
                </a:solidFill>
                <a:latin typeface="Arial"/>
              </a:rPr>
              <a:t>•  month-one weekly Q&amp;A is a founding thing (i can't do weekly lives forever)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1A1A1A"/>
                </a:solidFill>
                <a:latin typeface="Arial"/>
              </a:rPr>
              <a:t>•  the first cohort starts week 0 together, monday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C9A27A"/>
                </a:solidFill>
                <a:latin typeface="Arial"/>
              </a:rPr>
              <a:t>bet 90 days on yourself.   ·   [CHECKOUT URL]   ·   founding cohort $[PRICE]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5A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46304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 i="0">
                <a:solidFill>
                  <a:srgbClr val="F4F0E8"/>
                </a:solidFill>
                <a:latin typeface="Arial"/>
              </a:rPr>
              <a:t>bet 90 days on yourself.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41448" y="2880360"/>
            <a:ext cx="7315200" cy="594360"/>
          </a:xfrm>
          <a:prstGeom prst="roundRect">
            <a:avLst>
              <a:gd name="adj" fmla="val 50000"/>
            </a:avLst>
          </a:prstGeom>
          <a:solidFill>
            <a:srgbClr val="F4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1A1A1A"/>
                </a:solidFill>
                <a:latin typeface="Arial"/>
              </a:rPr>
              <a:t>1.  open [CHECKOUT URL]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41448" y="3657600"/>
            <a:ext cx="7315200" cy="594360"/>
          </a:xfrm>
          <a:prstGeom prst="roundRect">
            <a:avLst>
              <a:gd name="adj" fmla="val 50000"/>
            </a:avLst>
          </a:prstGeom>
          <a:solidFill>
            <a:srgbClr val="F4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1A1A1A"/>
                </a:solidFill>
                <a:latin typeface="Arial"/>
              </a:rPr>
              <a:t>2.  join the silver youth ($[PRICE], founding)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41448" y="4434840"/>
            <a:ext cx="7315200" cy="594360"/>
          </a:xfrm>
          <a:prstGeom prst="roundRect">
            <a:avLst>
              <a:gd name="adj" fmla="val 50000"/>
            </a:avLst>
          </a:prstGeom>
          <a:solidFill>
            <a:srgbClr val="F4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1A1A1A"/>
                </a:solidFill>
                <a:latin typeface="Arial"/>
              </a:rPr>
              <a:t>3.  post your week-0 video in the reps channel tonight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5778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i gave myself 90 days. this is me handing you day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274320"/>
            <a:ext cx="301752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8B5A3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8B5A3C"/>
                </a:solidFill>
                <a:latin typeface="Arial"/>
              </a:rPr>
              <a:t>[CONFIRM URL + price]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37744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5600" b="1" i="0">
                <a:solidFill>
                  <a:srgbClr val="C9A27A"/>
                </a:solidFill>
                <a:latin typeface="Arial"/>
              </a:rPr>
              <a:t>questions</a:t>
            </a:r>
          </a:p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i'm staying until they run out. if you already know, don't wait for me.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C9A27A"/>
                </a:solidFill>
                <a:latin typeface="Arial"/>
              </a:rPr>
              <a:t>the link stays up   ·   [CHECKOUT URL]   ·   founding cohort $[PRICE]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